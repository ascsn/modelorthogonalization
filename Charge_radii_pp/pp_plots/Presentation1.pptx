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6"/>
  </p:normalViewPr>
  <p:slideViewPr>
    <p:cSldViewPr snapToGrid="0">
      <p:cViewPr>
        <p:scale>
          <a:sx n="85" d="100"/>
          <a:sy n="85" d="100"/>
        </p:scale>
        <p:origin x="28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033B-EFB8-B7BB-94F0-3A8A41C24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D230E-3455-6E3D-76E4-7B90F0DEB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CF51E-30F9-B462-BF8A-6EF478055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E1AE0-28AB-1638-7E4A-69FAD12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CDA19-AD6E-5AA4-FB4A-D198CCA3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3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7348D-7691-01DE-EF2A-519A7F52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711E-FA11-2B3B-18B7-1A54CD836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1497E-519A-13A4-147A-E403095EE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6E57-9933-312C-E082-9B9B7BF0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FFF17-CEC4-6F01-A398-ADEF5BB1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1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833D-546D-7A25-C722-F6401743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2F68-714B-A3A6-224C-9CF4E50EA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195C4-4584-8453-5BAD-4C0D96BA6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A3F88-1C97-25E4-2246-285DBC31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640E2-7B66-7554-86F7-D54DE0AF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2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51E6-768F-6C07-3078-D9358866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4B8A-A8F0-D53F-6208-5DDB4C9ED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4DB27-ED30-E7DF-8D2E-640161239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9D9FB-2FAE-30B4-BEEA-FCA7C91A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10593-E7E8-E032-884F-9EBDBED2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F1F14-CB86-CCCA-E06F-4260F04F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9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9052-424C-BFD4-814B-68A86BC1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0FE95-4F6C-4289-7763-372A30166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10C6-61F5-50C4-ABDE-1C4BAB7AF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91862-0BA0-9A67-DE82-FD93E34DC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FF204-5FD1-DE32-B0F0-896BDD5DA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0FEB0-64BC-53F6-AB8A-C6356878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75B2D-567E-503F-52E0-6BE1AF1E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DBD8A-DB94-748F-5A64-D65E0EBA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9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9146-2298-2693-7A2F-DCAF066A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96C42-23B8-5FBF-1C85-05B42BE3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F811A-369E-4E8A-2888-05FFC28F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8159F-A1A8-AC8F-834B-6131F2DD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3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518AB-056E-3A7E-4456-7E0495A8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CD0E4-2A61-E599-FF08-9A28D4AF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F2EC9-FF16-07FC-3830-8FB3B26D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1615-F62B-D777-B2F0-D205AFAF7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0E94F-11C0-5138-E3D6-67B17798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72D4F-71B9-A4DA-7338-962A4017A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2BF21-4EB6-6F24-CDB9-F964CC63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94360-C25A-F6AE-DB17-DA46FC68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9853B-E2C9-7EE9-5A12-5A19BB37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1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00D7-E652-0BC4-9C04-6DA197CF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5C900-DD1B-8247-292C-808AECDC4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2B014-6DDD-6A5B-D163-3F9E682D9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C6400-5964-9468-1A23-3AE19650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DC89-507A-267B-365A-5E8A5B31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16061-28F0-9FC0-36C1-28ADA2CB7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4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5C6F-44CC-BFEC-732E-FF70C388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95D6C-8B50-FB02-1F2F-4622E58A6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F7D72-4793-33C5-1417-43BCAF79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FD5D9-3F95-7A73-C835-718A8B48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BF68-515C-FE27-E85E-EE4A00B6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9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63987-8954-A247-3463-546CFE49C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3C5BA-E39C-413D-1153-244B75A43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36B42-BBF5-40E4-0F9C-78A53714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C05EE-7D68-4FDD-5853-65784A3E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1FC1-5FB9-2D28-6223-BA6A75E4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0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47F17-2F44-E606-506C-09D77C53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36F3C-98A8-7524-CBD5-3D52AE11C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A1FC-BE3C-C054-8224-E3F3455F3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A0EA2-8E31-3149-B179-C0EF19FC437F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756E-370C-BE3F-0E21-FF0C0C29B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55D8E-4829-9D7A-B879-A271D2CF4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820CC-6719-E048-B611-60A78EFD7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3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7929879-FBB2-32F4-C1BF-2B98BFAD8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1073" y="0"/>
            <a:ext cx="4581727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D414F9-651C-5A18-342C-3C271B57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000"/>
            <a:ext cx="4784927" cy="35956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D39EA1-5CC8-24C9-39DF-15FD61105E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0351" y="3429001"/>
            <a:ext cx="4434199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5117FB-26B3-6246-68EA-B3B1B218F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0517" y="3429001"/>
            <a:ext cx="478492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4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6D6D8-4971-7591-EBA3-DDF02C15A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87" y="1389743"/>
            <a:ext cx="4864729" cy="4049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08DFE2-B9F4-025C-D2D3-871FF714F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77" y="1262743"/>
            <a:ext cx="5434466" cy="431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5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5E93E5-AE6A-6236-2525-5F71B518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43" y="106492"/>
            <a:ext cx="5106439" cy="5106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BDC29A-7D8D-93EB-CE12-7B6541E1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957" y="1"/>
            <a:ext cx="5718435" cy="5212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DEC741-BF1B-D9A6-DB51-D9E37B300AB9}"/>
              </a:ext>
            </a:extLst>
          </p:cNvPr>
          <p:cNvSpPr txBox="1"/>
          <p:nvPr/>
        </p:nvSpPr>
        <p:spPr>
          <a:xfrm>
            <a:off x="8139660" y="5666281"/>
            <a:ext cx="236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splitting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45227-82DC-C17B-A32E-07709F393491}"/>
              </a:ext>
            </a:extLst>
          </p:cNvPr>
          <p:cNvSpPr txBox="1"/>
          <p:nvPr/>
        </p:nvSpPr>
        <p:spPr>
          <a:xfrm>
            <a:off x="2131103" y="5666281"/>
            <a:ext cx="236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splitting</a:t>
            </a:r>
          </a:p>
        </p:txBody>
      </p:sp>
    </p:spTree>
    <p:extLst>
      <p:ext uri="{BB962C8B-B14F-4D97-AF65-F5344CB8AC3E}">
        <p14:creationId xmlns:p14="http://schemas.microsoft.com/office/powerpoint/2010/main" val="188791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1D93-7E09-0E1D-7FE3-B9A59868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F1EFC8-E40C-2206-1549-4D08A62B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11073" y="0"/>
            <a:ext cx="4581727" cy="3428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5B4433-5DFE-BAB9-A2C6-74C12B5D29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1" y="127000"/>
            <a:ext cx="4784925" cy="35956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534B3B-B536-6DB0-FFA5-6C63420286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0279" y="3429001"/>
            <a:ext cx="4234343" cy="3429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36E4A0-F4B9-1C29-2A2C-48C21863E5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72465" y="3429001"/>
            <a:ext cx="460846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3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6A19-1FB1-C8D6-F6D4-051BE2DA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9EABB-B769-7684-E1EC-56FB917F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1987" y="1482395"/>
            <a:ext cx="4864729" cy="3864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F8D94E-5AF3-52E8-0C5D-9BE74D1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8277" y="1262743"/>
            <a:ext cx="5434466" cy="431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6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6ADB1-BE12-FFC5-1EE6-7BCD9A91E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41792-FF76-240B-63FC-8B227C96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5143" y="106492"/>
            <a:ext cx="5106439" cy="5106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14FFB-8BBE-913B-46D3-69881D62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709" y="1"/>
            <a:ext cx="5212930" cy="5212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AFDDF5-4B12-3B0A-C0E6-15AF1866647D}"/>
              </a:ext>
            </a:extLst>
          </p:cNvPr>
          <p:cNvSpPr txBox="1"/>
          <p:nvPr/>
        </p:nvSpPr>
        <p:spPr>
          <a:xfrm>
            <a:off x="1981200" y="5696262"/>
            <a:ext cx="256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Fy models included</a:t>
            </a:r>
          </a:p>
        </p:txBody>
      </p:sp>
    </p:spTree>
    <p:extLst>
      <p:ext uri="{BB962C8B-B14F-4D97-AF65-F5344CB8AC3E}">
        <p14:creationId xmlns:p14="http://schemas.microsoft.com/office/powerpoint/2010/main" val="212607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C5CC-A952-8851-70AD-ECA82D4C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B6F36-B9D6-D41A-23B7-45A742512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5143" y="732495"/>
            <a:ext cx="5662584" cy="4274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1FD2AA-4B6F-698A-65D6-75D971B90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5999" y="666003"/>
            <a:ext cx="5711085" cy="42742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B3B232-B4C2-4CAE-7694-F8A985E53B5D}"/>
              </a:ext>
            </a:extLst>
          </p:cNvPr>
          <p:cNvSpPr txBox="1"/>
          <p:nvPr/>
        </p:nvSpPr>
        <p:spPr>
          <a:xfrm>
            <a:off x="1321633" y="5396458"/>
            <a:ext cx="256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Charge radii difference</a:t>
            </a:r>
          </a:p>
        </p:txBody>
      </p:sp>
    </p:spTree>
    <p:extLst>
      <p:ext uri="{BB962C8B-B14F-4D97-AF65-F5344CB8AC3E}">
        <p14:creationId xmlns:p14="http://schemas.microsoft.com/office/powerpoint/2010/main" val="50400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10</Words>
  <Application>Microsoft Macintosh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Le, An</dc:creator>
  <cp:lastModifiedBy>Le, An</cp:lastModifiedBy>
  <cp:revision>1</cp:revision>
  <dcterms:created xsi:type="dcterms:W3CDTF">2026-04-24T14:19:06Z</dcterms:created>
  <dcterms:modified xsi:type="dcterms:W3CDTF">2026-04-25T03:23:33Z</dcterms:modified>
</cp:coreProperties>
</file>